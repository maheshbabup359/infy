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1"/>
  </p:sldMasterIdLst>
  <p:sldIdLst>
    <p:sldId id="257" r:id="rId2"/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614C9-19B6-45A1-91E4-F4DF9026818B}" v="127" dt="2026-03-06T10:50:57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Babu Pilli" userId="0ef6d49df24cff51" providerId="LiveId" clId="{6AACE861-2139-4871-A666-BFD98F9FE8F1}"/>
    <pc:docChg chg="undo custSel addSld delSld modSld modMainMaster">
      <pc:chgData name="Mahesh Babu Pilli" userId="0ef6d49df24cff51" providerId="LiveId" clId="{6AACE861-2139-4871-A666-BFD98F9FE8F1}" dt="2026-03-06T15:17:52.475" v="1410" actId="207"/>
      <pc:docMkLst>
        <pc:docMk/>
      </pc:docMkLst>
      <pc:sldChg chg="addSp delSp modSp add mod">
        <pc:chgData name="Mahesh Babu Pilli" userId="0ef6d49df24cff51" providerId="LiveId" clId="{6AACE861-2139-4871-A666-BFD98F9FE8F1}" dt="2026-03-06T15:17:52.475" v="1410" actId="207"/>
        <pc:sldMkLst>
          <pc:docMk/>
          <pc:sldMk cId="81098916" sldId="256"/>
        </pc:sldMkLst>
        <pc:spChg chg="add del">
          <ac:chgData name="Mahesh Babu Pilli" userId="0ef6d49df24cff51" providerId="LiveId" clId="{6AACE861-2139-4871-A666-BFD98F9FE8F1}" dt="2026-03-06T05:04:25.931" v="94" actId="21"/>
          <ac:spMkLst>
            <pc:docMk/>
            <pc:sldMk cId="81098916" sldId="256"/>
            <ac:spMk id="3" creationId="{439A0804-E3EF-B5BF-F43A-FA10170F5B0C}"/>
          </ac:spMkLst>
        </pc:spChg>
        <pc:spChg chg="mod">
          <ac:chgData name="Mahesh Babu Pilli" userId="0ef6d49df24cff51" providerId="LiveId" clId="{6AACE861-2139-4871-A666-BFD98F9FE8F1}" dt="2026-03-06T05:09:18.789" v="121" actId="1076"/>
          <ac:spMkLst>
            <pc:docMk/>
            <pc:sldMk cId="81098916" sldId="256"/>
            <ac:spMk id="4" creationId="{F79D89E5-84CA-196E-D7A1-71A35CF48BC0}"/>
          </ac:spMkLst>
        </pc:spChg>
        <pc:spChg chg="add mod">
          <ac:chgData name="Mahesh Babu Pilli" userId="0ef6d49df24cff51" providerId="LiveId" clId="{6AACE861-2139-4871-A666-BFD98F9FE8F1}" dt="2026-03-06T05:10:54.505" v="149" actId="113"/>
          <ac:spMkLst>
            <pc:docMk/>
            <pc:sldMk cId="81098916" sldId="256"/>
            <ac:spMk id="7" creationId="{6463AC00-DEB2-2B2B-06A1-E0ECAF8F8C5C}"/>
          </ac:spMkLst>
        </pc:spChg>
        <pc:spChg chg="add mod">
          <ac:chgData name="Mahesh Babu Pilli" userId="0ef6d49df24cff51" providerId="LiveId" clId="{6AACE861-2139-4871-A666-BFD98F9FE8F1}" dt="2026-03-06T15:17:52.475" v="1410" actId="207"/>
          <ac:spMkLst>
            <pc:docMk/>
            <pc:sldMk cId="81098916" sldId="256"/>
            <ac:spMk id="11" creationId="{FCCBD644-839A-50C0-5E34-168A0EB67A13}"/>
          </ac:spMkLst>
        </pc:spChg>
        <pc:picChg chg="add mod">
          <ac:chgData name="Mahesh Babu Pilli" userId="0ef6d49df24cff51" providerId="LiveId" clId="{6AACE861-2139-4871-A666-BFD98F9FE8F1}" dt="2026-03-06T05:09:11.846" v="120" actId="1076"/>
          <ac:picMkLst>
            <pc:docMk/>
            <pc:sldMk cId="81098916" sldId="256"/>
            <ac:picMk id="5" creationId="{FFE43E22-B523-115B-1F6A-2AF13AD5B4AA}"/>
          </ac:picMkLst>
        </pc:picChg>
        <pc:picChg chg="add del mod">
          <ac:chgData name="Mahesh Babu Pilli" userId="0ef6d49df24cff51" providerId="LiveId" clId="{6AACE861-2139-4871-A666-BFD98F9FE8F1}" dt="2026-03-06T05:11:40.214" v="157" actId="21"/>
          <ac:picMkLst>
            <pc:docMk/>
            <pc:sldMk cId="81098916" sldId="256"/>
            <ac:picMk id="8" creationId="{3FE64B63-4C4D-5EDF-3C59-CF47BF78A6FE}"/>
          </ac:picMkLst>
        </pc:picChg>
        <pc:picChg chg="add mod">
          <ac:chgData name="Mahesh Babu Pilli" userId="0ef6d49df24cff51" providerId="LiveId" clId="{6AACE861-2139-4871-A666-BFD98F9FE8F1}" dt="2026-03-06T05:12:55.798" v="159" actId="14100"/>
          <ac:picMkLst>
            <pc:docMk/>
            <pc:sldMk cId="81098916" sldId="256"/>
            <ac:picMk id="9" creationId="{646B957D-C984-A3FE-71F8-32E77513D00F}"/>
          </ac:picMkLst>
        </pc:picChg>
      </pc:sldChg>
      <pc:sldChg chg="addSp delSp modSp del mod setBg chgLayout">
        <pc:chgData name="Mahesh Babu Pilli" userId="0ef6d49df24cff51" providerId="LiveId" clId="{6AACE861-2139-4871-A666-BFD98F9FE8F1}" dt="2026-03-06T05:01:10.384" v="63" actId="2696"/>
        <pc:sldMkLst>
          <pc:docMk/>
          <pc:sldMk cId="2476789229" sldId="256"/>
        </pc:sldMkLst>
        <pc:spChg chg="add mod">
          <ac:chgData name="Mahesh Babu Pilli" userId="0ef6d49df24cff51" providerId="LiveId" clId="{6AACE861-2139-4871-A666-BFD98F9FE8F1}" dt="2026-03-06T04:38:28.032" v="4" actId="14100"/>
          <ac:spMkLst>
            <pc:docMk/>
            <pc:sldMk cId="2476789229" sldId="256"/>
            <ac:spMk id="2" creationId="{4F16E15F-347A-1F8A-569D-E4EC5B24DDDA}"/>
          </ac:spMkLst>
        </pc:spChg>
        <pc:spChg chg="mod">
          <ac:chgData name="Mahesh Babu Pilli" userId="0ef6d49df24cff51" providerId="LiveId" clId="{6AACE861-2139-4871-A666-BFD98F9FE8F1}" dt="2026-03-06T04:51:12.997" v="55" actId="1076"/>
          <ac:spMkLst>
            <pc:docMk/>
            <pc:sldMk cId="2476789229" sldId="256"/>
            <ac:spMk id="4" creationId="{F79D89E5-84CA-196E-D7A1-71A35CF48BC0}"/>
          </ac:spMkLst>
        </pc:spChg>
        <pc:spChg chg="add del mod ord">
          <ac:chgData name="Mahesh Babu Pilli" userId="0ef6d49df24cff51" providerId="LiveId" clId="{6AACE861-2139-4871-A666-BFD98F9FE8F1}" dt="2026-03-06T04:38:54.879" v="7" actId="6264"/>
          <ac:spMkLst>
            <pc:docMk/>
            <pc:sldMk cId="2476789229" sldId="256"/>
            <ac:spMk id="5" creationId="{9E5935A1-3559-B0AA-0962-EA3D1940E6C9}"/>
          </ac:spMkLst>
        </pc:spChg>
        <pc:spChg chg="add del mod ord">
          <ac:chgData name="Mahesh Babu Pilli" userId="0ef6d49df24cff51" providerId="LiveId" clId="{6AACE861-2139-4871-A666-BFD98F9FE8F1}" dt="2026-03-06T04:38:54.879" v="7" actId="6264"/>
          <ac:spMkLst>
            <pc:docMk/>
            <pc:sldMk cId="2476789229" sldId="256"/>
            <ac:spMk id="6" creationId="{897441FE-EEA8-8AB0-FFB5-127D646541FB}"/>
          </ac:spMkLst>
        </pc:spChg>
        <pc:spChg chg="add del mod ord">
          <ac:chgData name="Mahesh Babu Pilli" userId="0ef6d49df24cff51" providerId="LiveId" clId="{6AACE861-2139-4871-A666-BFD98F9FE8F1}" dt="2026-03-06T04:39:06.575" v="8" actId="6264"/>
          <ac:spMkLst>
            <pc:docMk/>
            <pc:sldMk cId="2476789229" sldId="256"/>
            <ac:spMk id="7" creationId="{5E704E93-D1CD-F5D4-C26B-92B5D14C0063}"/>
          </ac:spMkLst>
        </pc:spChg>
        <pc:spChg chg="add del mod ord">
          <ac:chgData name="Mahesh Babu Pilli" userId="0ef6d49df24cff51" providerId="LiveId" clId="{6AACE861-2139-4871-A666-BFD98F9FE8F1}" dt="2026-03-06T04:39:06.575" v="8" actId="6264"/>
          <ac:spMkLst>
            <pc:docMk/>
            <pc:sldMk cId="2476789229" sldId="256"/>
            <ac:spMk id="8" creationId="{112DD594-9717-0AD6-0270-7729B74DFE19}"/>
          </ac:spMkLst>
        </pc:spChg>
        <pc:spChg chg="add del mod ord">
          <ac:chgData name="Mahesh Babu Pilli" userId="0ef6d49df24cff51" providerId="LiveId" clId="{6AACE861-2139-4871-A666-BFD98F9FE8F1}" dt="2026-03-06T04:39:26.373" v="10" actId="21"/>
          <ac:spMkLst>
            <pc:docMk/>
            <pc:sldMk cId="2476789229" sldId="256"/>
            <ac:spMk id="9" creationId="{88CB5C76-8CE9-B07E-8E7A-A16AF96E70CC}"/>
          </ac:spMkLst>
        </pc:spChg>
        <pc:spChg chg="add del mod ord">
          <ac:chgData name="Mahesh Babu Pilli" userId="0ef6d49df24cff51" providerId="LiveId" clId="{6AACE861-2139-4871-A666-BFD98F9FE8F1}" dt="2026-03-06T04:39:19.850" v="9" actId="21"/>
          <ac:spMkLst>
            <pc:docMk/>
            <pc:sldMk cId="2476789229" sldId="256"/>
            <ac:spMk id="10" creationId="{ECEE7DE1-9F43-656A-5F70-5AFDD0BC0B2D}"/>
          </ac:spMkLst>
        </pc:spChg>
        <pc:picChg chg="add del mod">
          <ac:chgData name="Mahesh Babu Pilli" userId="0ef6d49df24cff51" providerId="LiveId" clId="{6AACE861-2139-4871-A666-BFD98F9FE8F1}" dt="2026-03-06T04:42:15.247" v="12" actId="21"/>
          <ac:picMkLst>
            <pc:docMk/>
            <pc:sldMk cId="2476789229" sldId="256"/>
            <ac:picMk id="3" creationId="{17C09386-18A1-1DF1-F4EB-96C9EFDE9462}"/>
          </ac:picMkLst>
        </pc:picChg>
      </pc:sldChg>
      <pc:sldChg chg="new del">
        <pc:chgData name="Mahesh Babu Pilli" userId="0ef6d49df24cff51" providerId="LiveId" clId="{6AACE861-2139-4871-A666-BFD98F9FE8F1}" dt="2026-03-06T04:42:44.520" v="16" actId="2696"/>
        <pc:sldMkLst>
          <pc:docMk/>
          <pc:sldMk cId="1054609134" sldId="257"/>
        </pc:sldMkLst>
      </pc:sldChg>
      <pc:sldChg chg="addSp delSp modSp new mod">
        <pc:chgData name="Mahesh Babu Pilli" userId="0ef6d49df24cff51" providerId="LiveId" clId="{6AACE861-2139-4871-A666-BFD98F9FE8F1}" dt="2026-03-06T10:51:15.722" v="1409" actId="14100"/>
        <pc:sldMkLst>
          <pc:docMk/>
          <pc:sldMk cId="4000812258" sldId="257"/>
        </pc:sldMkLst>
        <pc:spChg chg="del mod">
          <ac:chgData name="Mahesh Babu Pilli" userId="0ef6d49df24cff51" providerId="LiveId" clId="{6AACE861-2139-4871-A666-BFD98F9FE8F1}" dt="2026-03-06T04:45:20.497" v="20" actId="21"/>
          <ac:spMkLst>
            <pc:docMk/>
            <pc:sldMk cId="4000812258" sldId="257"/>
            <ac:spMk id="2" creationId="{2EA91262-58EF-447B-AD6F-A1F86413936E}"/>
          </ac:spMkLst>
        </pc:spChg>
        <pc:spChg chg="del">
          <ac:chgData name="Mahesh Babu Pilli" userId="0ef6d49df24cff51" providerId="LiveId" clId="{6AACE861-2139-4871-A666-BFD98F9FE8F1}" dt="2026-03-06T04:45:23.743" v="21" actId="21"/>
          <ac:spMkLst>
            <pc:docMk/>
            <pc:sldMk cId="4000812258" sldId="257"/>
            <ac:spMk id="3" creationId="{B9DAA44A-9994-3BBE-D190-DBE5FEF5C268}"/>
          </ac:spMkLst>
        </pc:spChg>
        <pc:spChg chg="add del mod">
          <ac:chgData name="Mahesh Babu Pilli" userId="0ef6d49df24cff51" providerId="LiveId" clId="{6AACE861-2139-4871-A666-BFD98F9FE8F1}" dt="2026-03-06T04:45:29.911" v="23" actId="21"/>
          <ac:spMkLst>
            <pc:docMk/>
            <pc:sldMk cId="4000812258" sldId="257"/>
            <ac:spMk id="4" creationId="{B9DAA44A-9994-3BBE-D190-DBE5FEF5C268}"/>
          </ac:spMkLst>
        </pc:spChg>
        <pc:spChg chg="add">
          <ac:chgData name="Mahesh Babu Pilli" userId="0ef6d49df24cff51" providerId="LiveId" clId="{6AACE861-2139-4871-A666-BFD98F9FE8F1}" dt="2026-03-06T04:45:42.145" v="24"/>
          <ac:spMkLst>
            <pc:docMk/>
            <pc:sldMk cId="4000812258" sldId="257"/>
            <ac:spMk id="5" creationId="{9B0554E3-859A-CC01-0263-F52E96E5A6EF}"/>
          </ac:spMkLst>
        </pc:spChg>
        <pc:spChg chg="add del mod">
          <ac:chgData name="Mahesh Babu Pilli" userId="0ef6d49df24cff51" providerId="LiveId" clId="{6AACE861-2139-4871-A666-BFD98F9FE8F1}" dt="2026-03-06T04:51:09.632" v="54"/>
          <ac:spMkLst>
            <pc:docMk/>
            <pc:sldMk cId="4000812258" sldId="257"/>
            <ac:spMk id="7" creationId="{6145C8CD-3C96-1BC4-8ED6-67B146BE7923}"/>
          </ac:spMkLst>
        </pc:spChg>
        <pc:picChg chg="add del mod">
          <ac:chgData name="Mahesh Babu Pilli" userId="0ef6d49df24cff51" providerId="LiveId" clId="{6AACE861-2139-4871-A666-BFD98F9FE8F1}" dt="2026-03-06T10:18:16.824" v="1396" actId="21"/>
          <ac:picMkLst>
            <pc:docMk/>
            <pc:sldMk cId="4000812258" sldId="257"/>
            <ac:picMk id="2" creationId="{D72E93F0-DF90-D177-9079-9E42817FD9D7}"/>
          </ac:picMkLst>
        </pc:picChg>
        <pc:picChg chg="add mod">
          <ac:chgData name="Mahesh Babu Pilli" userId="0ef6d49df24cff51" providerId="LiveId" clId="{6AACE861-2139-4871-A666-BFD98F9FE8F1}" dt="2026-03-06T10:51:15.722" v="1409" actId="14100"/>
          <ac:picMkLst>
            <pc:docMk/>
            <pc:sldMk cId="4000812258" sldId="257"/>
            <ac:picMk id="2" creationId="{E8CC413A-1D87-8FB8-FC6E-ECE1301CFC93}"/>
          </ac:picMkLst>
        </pc:picChg>
        <pc:picChg chg="add del mod">
          <ac:chgData name="Mahesh Babu Pilli" userId="0ef6d49df24cff51" providerId="LiveId" clId="{6AACE861-2139-4871-A666-BFD98F9FE8F1}" dt="2026-03-06T10:50:47.567" v="1403" actId="21"/>
          <ac:picMkLst>
            <pc:docMk/>
            <pc:sldMk cId="4000812258" sldId="257"/>
            <ac:picMk id="3" creationId="{DD21CE42-DAE0-E584-6428-AC19F8694F24}"/>
          </ac:picMkLst>
        </pc:picChg>
        <pc:picChg chg="add del mod">
          <ac:chgData name="Mahesh Babu Pilli" userId="0ef6d49df24cff51" providerId="LiveId" clId="{6AACE861-2139-4871-A666-BFD98F9FE8F1}" dt="2026-03-06T05:00:19.895" v="57" actId="21"/>
          <ac:picMkLst>
            <pc:docMk/>
            <pc:sldMk cId="4000812258" sldId="257"/>
            <ac:picMk id="6" creationId="{D541AC75-3577-0B9D-7F3C-C45E7F31B964}"/>
          </ac:picMkLst>
        </pc:picChg>
        <pc:picChg chg="add del mod">
          <ac:chgData name="Mahesh Babu Pilli" userId="0ef6d49df24cff51" providerId="LiveId" clId="{6AACE861-2139-4871-A666-BFD98F9FE8F1}" dt="2026-03-06T07:37:09.126" v="629" actId="21"/>
          <ac:picMkLst>
            <pc:docMk/>
            <pc:sldMk cId="4000812258" sldId="257"/>
            <ac:picMk id="8" creationId="{BF3AF55E-927E-4C6F-C5C9-454E8A8DBAD7}"/>
          </ac:picMkLst>
        </pc:picChg>
      </pc:sldChg>
      <pc:sldChg chg="addSp delSp modSp new del mod">
        <pc:chgData name="Mahesh Babu Pilli" userId="0ef6d49df24cff51" providerId="LiveId" clId="{6AACE861-2139-4871-A666-BFD98F9FE8F1}" dt="2026-03-06T05:04:07.121" v="92" actId="2696"/>
        <pc:sldMkLst>
          <pc:docMk/>
          <pc:sldMk cId="411469098" sldId="258"/>
        </pc:sldMkLst>
        <pc:spChg chg="del mod">
          <ac:chgData name="Mahesh Babu Pilli" userId="0ef6d49df24cff51" providerId="LiveId" clId="{6AACE861-2139-4871-A666-BFD98F9FE8F1}" dt="2026-03-06T05:03:59.617" v="91" actId="21"/>
          <ac:spMkLst>
            <pc:docMk/>
            <pc:sldMk cId="411469098" sldId="258"/>
            <ac:spMk id="2" creationId="{2233646A-D0A0-B9CB-FF73-86178CC51351}"/>
          </ac:spMkLst>
        </pc:spChg>
        <pc:spChg chg="del mod">
          <ac:chgData name="Mahesh Babu Pilli" userId="0ef6d49df24cff51" providerId="LiveId" clId="{6AACE861-2139-4871-A666-BFD98F9FE8F1}" dt="2026-03-06T05:03:53.912" v="90" actId="21"/>
          <ac:spMkLst>
            <pc:docMk/>
            <pc:sldMk cId="411469098" sldId="258"/>
            <ac:spMk id="3" creationId="{26C1E9DE-BF01-F8A9-7182-DAB5DADA5867}"/>
          </ac:spMkLst>
        </pc:spChg>
        <pc:spChg chg="add mod">
          <ac:chgData name="Mahesh Babu Pilli" userId="0ef6d49df24cff51" providerId="LiveId" clId="{6AACE861-2139-4871-A666-BFD98F9FE8F1}" dt="2026-03-06T05:03:59.617" v="91" actId="21"/>
          <ac:spMkLst>
            <pc:docMk/>
            <pc:sldMk cId="411469098" sldId="258"/>
            <ac:spMk id="5" creationId="{E131AE20-C61C-5FBD-246A-5CF9618A37FE}"/>
          </ac:spMkLst>
        </pc:spChg>
      </pc:sldChg>
      <pc:sldChg chg="addSp delSp modSp new mod">
        <pc:chgData name="Mahesh Babu Pilli" userId="0ef6d49df24cff51" providerId="LiveId" clId="{6AACE861-2139-4871-A666-BFD98F9FE8F1}" dt="2026-03-06T08:41:05.977" v="1395" actId="1076"/>
        <pc:sldMkLst>
          <pc:docMk/>
          <pc:sldMk cId="629617493" sldId="258"/>
        </pc:sldMkLst>
        <pc:spChg chg="del">
          <ac:chgData name="Mahesh Babu Pilli" userId="0ef6d49df24cff51" providerId="LiveId" clId="{6AACE861-2139-4871-A666-BFD98F9FE8F1}" dt="2026-03-06T05:25:06.845" v="340" actId="21"/>
          <ac:spMkLst>
            <pc:docMk/>
            <pc:sldMk cId="629617493" sldId="258"/>
            <ac:spMk id="2" creationId="{CD0B16C9-2F04-274C-4AC5-3C15F5A701E8}"/>
          </ac:spMkLst>
        </pc:spChg>
        <pc:spChg chg="del mod">
          <ac:chgData name="Mahesh Babu Pilli" userId="0ef6d49df24cff51" providerId="LiveId" clId="{6AACE861-2139-4871-A666-BFD98F9FE8F1}" dt="2026-03-06T05:19:43.397" v="264" actId="21"/>
          <ac:spMkLst>
            <pc:docMk/>
            <pc:sldMk cId="629617493" sldId="258"/>
            <ac:spMk id="3" creationId="{34458394-D92A-6C69-CF42-EEB2F5C71716}"/>
          </ac:spMkLst>
        </pc:spChg>
        <pc:spChg chg="add del mod">
          <ac:chgData name="Mahesh Babu Pilli" userId="0ef6d49df24cff51" providerId="LiveId" clId="{6AACE861-2139-4871-A666-BFD98F9FE8F1}" dt="2026-03-06T05:19:55.307" v="265"/>
          <ac:spMkLst>
            <pc:docMk/>
            <pc:sldMk cId="629617493" sldId="258"/>
            <ac:spMk id="5" creationId="{CDA32B2F-A569-8F20-55D8-D8433B33E61C}"/>
          </ac:spMkLst>
        </pc:spChg>
        <pc:spChg chg="add del mod">
          <ac:chgData name="Mahesh Babu Pilli" userId="0ef6d49df24cff51" providerId="LiveId" clId="{6AACE861-2139-4871-A666-BFD98F9FE8F1}" dt="2026-03-06T05:20:26.370" v="270"/>
          <ac:spMkLst>
            <pc:docMk/>
            <pc:sldMk cId="629617493" sldId="258"/>
            <ac:spMk id="8" creationId="{DEA68041-F652-5782-2CC2-69D425BE40AA}"/>
          </ac:spMkLst>
        </pc:spChg>
        <pc:spChg chg="add mod">
          <ac:chgData name="Mahesh Babu Pilli" userId="0ef6d49df24cff51" providerId="LiveId" clId="{6AACE861-2139-4871-A666-BFD98F9FE8F1}" dt="2026-03-06T08:06:42.803" v="909" actId="403"/>
          <ac:spMkLst>
            <pc:docMk/>
            <pc:sldMk cId="629617493" sldId="258"/>
            <ac:spMk id="12" creationId="{FB63E446-4139-D958-15CB-701498E85630}"/>
          </ac:spMkLst>
        </pc:spChg>
        <pc:spChg chg="add mod">
          <ac:chgData name="Mahesh Babu Pilli" userId="0ef6d49df24cff51" providerId="LiveId" clId="{6AACE861-2139-4871-A666-BFD98F9FE8F1}" dt="2026-03-06T08:41:05.977" v="1395" actId="1076"/>
          <ac:spMkLst>
            <pc:docMk/>
            <pc:sldMk cId="629617493" sldId="258"/>
            <ac:spMk id="14" creationId="{66221409-668D-F0D9-2916-42DF2FB10BAD}"/>
          </ac:spMkLst>
        </pc:spChg>
        <pc:spChg chg="add mod">
          <ac:chgData name="Mahesh Babu Pilli" userId="0ef6d49df24cff51" providerId="LiveId" clId="{6AACE861-2139-4871-A666-BFD98F9FE8F1}" dt="2026-03-06T08:40:44.391" v="1394" actId="207"/>
          <ac:spMkLst>
            <pc:docMk/>
            <pc:sldMk cId="629617493" sldId="258"/>
            <ac:spMk id="16" creationId="{D6FA5584-AC5B-6CB6-F2C4-53E28B7E9D1A}"/>
          </ac:spMkLst>
        </pc:spChg>
        <pc:picChg chg="add del mod">
          <ac:chgData name="Mahesh Babu Pilli" userId="0ef6d49df24cff51" providerId="LiveId" clId="{6AACE861-2139-4871-A666-BFD98F9FE8F1}" dt="2026-03-06T05:20:14.454" v="269" actId="21"/>
          <ac:picMkLst>
            <pc:docMk/>
            <pc:sldMk cId="629617493" sldId="258"/>
            <ac:picMk id="6" creationId="{AA4CAC55-67C9-173F-154F-1145E5F891ED}"/>
          </ac:picMkLst>
        </pc:picChg>
        <pc:picChg chg="add mod">
          <ac:chgData name="Mahesh Babu Pilli" userId="0ef6d49df24cff51" providerId="LiveId" clId="{6AACE861-2139-4871-A666-BFD98F9FE8F1}" dt="2026-03-06T05:25:17.707" v="343" actId="14100"/>
          <ac:picMkLst>
            <pc:docMk/>
            <pc:sldMk cId="629617493" sldId="258"/>
            <ac:picMk id="9" creationId="{974CC5F1-DA2F-BD45-B348-F656F66FB638}"/>
          </ac:picMkLst>
        </pc:picChg>
        <pc:picChg chg="add mod">
          <ac:chgData name="Mahesh Babu Pilli" userId="0ef6d49df24cff51" providerId="LiveId" clId="{6AACE861-2139-4871-A666-BFD98F9FE8F1}" dt="2026-03-06T05:24:50.602" v="337" actId="14100"/>
          <ac:picMkLst>
            <pc:docMk/>
            <pc:sldMk cId="629617493" sldId="258"/>
            <ac:picMk id="10" creationId="{F8B0E0F8-62E7-C56D-54EA-9F181C6A1E64}"/>
          </ac:picMkLst>
        </pc:picChg>
      </pc:sldChg>
      <pc:sldChg chg="new del">
        <pc:chgData name="Mahesh Babu Pilli" userId="0ef6d49df24cff51" providerId="LiveId" clId="{6AACE861-2139-4871-A666-BFD98F9FE8F1}" dt="2026-03-06T04:42:43.020" v="15" actId="2696"/>
        <pc:sldMkLst>
          <pc:docMk/>
          <pc:sldMk cId="4196326460" sldId="258"/>
        </pc:sldMkLst>
      </pc:sldChg>
      <pc:sldChg chg="addSp delSp modSp new mod">
        <pc:chgData name="Mahesh Babu Pilli" userId="0ef6d49df24cff51" providerId="LiveId" clId="{6AACE861-2139-4871-A666-BFD98F9FE8F1}" dt="2026-03-06T05:45:28.240" v="550" actId="207"/>
        <pc:sldMkLst>
          <pc:docMk/>
          <pc:sldMk cId="954635174" sldId="259"/>
        </pc:sldMkLst>
        <pc:spChg chg="del">
          <ac:chgData name="Mahesh Babu Pilli" userId="0ef6d49df24cff51" providerId="LiveId" clId="{6AACE861-2139-4871-A666-BFD98F9FE8F1}" dt="2026-03-06T05:35:53.110" v="462" actId="21"/>
          <ac:spMkLst>
            <pc:docMk/>
            <pc:sldMk cId="954635174" sldId="259"/>
            <ac:spMk id="2" creationId="{3CB0E8D6-504F-8994-D50D-68C5C6A10EB5}"/>
          </ac:spMkLst>
        </pc:spChg>
        <pc:spChg chg="del mod">
          <ac:chgData name="Mahesh Babu Pilli" userId="0ef6d49df24cff51" providerId="LiveId" clId="{6AACE861-2139-4871-A666-BFD98F9FE8F1}" dt="2026-03-06T05:35:49.142" v="461" actId="21"/>
          <ac:spMkLst>
            <pc:docMk/>
            <pc:sldMk cId="954635174" sldId="259"/>
            <ac:spMk id="3" creationId="{2F065714-0816-8536-D7C3-6BF925BC9FCD}"/>
          </ac:spMkLst>
        </pc:spChg>
        <pc:spChg chg="add mod">
          <ac:chgData name="Mahesh Babu Pilli" userId="0ef6d49df24cff51" providerId="LiveId" clId="{6AACE861-2139-4871-A666-BFD98F9FE8F1}" dt="2026-03-06T05:35:34.263" v="458" actId="14100"/>
          <ac:spMkLst>
            <pc:docMk/>
            <pc:sldMk cId="954635174" sldId="259"/>
            <ac:spMk id="7" creationId="{276F39ED-235E-8F62-011B-F742ADD63B2A}"/>
          </ac:spMkLst>
        </pc:spChg>
        <pc:spChg chg="add mod">
          <ac:chgData name="Mahesh Babu Pilli" userId="0ef6d49df24cff51" providerId="LiveId" clId="{6AACE861-2139-4871-A666-BFD98F9FE8F1}" dt="2026-03-06T05:45:28.240" v="550" actId="207"/>
          <ac:spMkLst>
            <pc:docMk/>
            <pc:sldMk cId="954635174" sldId="259"/>
            <ac:spMk id="10" creationId="{B7B8DC46-262F-14FB-4BE4-BC35350ECF13}"/>
          </ac:spMkLst>
        </pc:spChg>
        <pc:picChg chg="add del mod">
          <ac:chgData name="Mahesh Babu Pilli" userId="0ef6d49df24cff51" providerId="LiveId" clId="{6AACE861-2139-4871-A666-BFD98F9FE8F1}" dt="2026-03-06T05:35:01.508" v="454" actId="21"/>
          <ac:picMkLst>
            <pc:docMk/>
            <pc:sldMk cId="954635174" sldId="259"/>
            <ac:picMk id="5" creationId="{7D8B1D7E-AFB9-EDB3-EBF8-FE631EF5A168}"/>
          </ac:picMkLst>
        </pc:picChg>
        <pc:picChg chg="add del mod">
          <ac:chgData name="Mahesh Babu Pilli" userId="0ef6d49df24cff51" providerId="LiveId" clId="{6AACE861-2139-4871-A666-BFD98F9FE8F1}" dt="2026-03-06T05:36:39.347" v="470" actId="21"/>
          <ac:picMkLst>
            <pc:docMk/>
            <pc:sldMk cId="954635174" sldId="259"/>
            <ac:picMk id="8" creationId="{192765ED-C260-F098-E379-E9F6894D6117}"/>
          </ac:picMkLst>
        </pc:picChg>
      </pc:sldChg>
      <pc:sldChg chg="addSp delSp modSp new mod">
        <pc:chgData name="Mahesh Babu Pilli" userId="0ef6d49df24cff51" providerId="LiveId" clId="{6AACE861-2139-4871-A666-BFD98F9FE8F1}" dt="2026-03-06T05:51:29.670" v="599" actId="207"/>
        <pc:sldMkLst>
          <pc:docMk/>
          <pc:sldMk cId="1961380359" sldId="260"/>
        </pc:sldMkLst>
        <pc:spChg chg="del">
          <ac:chgData name="Mahesh Babu Pilli" userId="0ef6d49df24cff51" providerId="LiveId" clId="{6AACE861-2139-4871-A666-BFD98F9FE8F1}" dt="2026-03-06T05:41:35.351" v="509" actId="21"/>
          <ac:spMkLst>
            <pc:docMk/>
            <pc:sldMk cId="1961380359" sldId="260"/>
            <ac:spMk id="2" creationId="{76C801B7-D39D-8F36-A994-2AA7B1001B7A}"/>
          </ac:spMkLst>
        </pc:spChg>
        <pc:spChg chg="del mod">
          <ac:chgData name="Mahesh Babu Pilli" userId="0ef6d49df24cff51" providerId="LiveId" clId="{6AACE861-2139-4871-A666-BFD98F9FE8F1}" dt="2026-03-06T05:41:29.834" v="508" actId="21"/>
          <ac:spMkLst>
            <pc:docMk/>
            <pc:sldMk cId="1961380359" sldId="260"/>
            <ac:spMk id="3" creationId="{15B70049-0D38-6E72-F3BC-149EDEBC1FAC}"/>
          </ac:spMkLst>
        </pc:spChg>
        <pc:spChg chg="add mod">
          <ac:chgData name="Mahesh Babu Pilli" userId="0ef6d49df24cff51" providerId="LiveId" clId="{6AACE861-2139-4871-A666-BFD98F9FE8F1}" dt="2026-03-06T05:41:18.417" v="507" actId="14100"/>
          <ac:spMkLst>
            <pc:docMk/>
            <pc:sldMk cId="1961380359" sldId="260"/>
            <ac:spMk id="5" creationId="{94289422-3D3E-F66C-8751-9969E61F8409}"/>
          </ac:spMkLst>
        </pc:spChg>
        <pc:spChg chg="add mod">
          <ac:chgData name="Mahesh Babu Pilli" userId="0ef6d49df24cff51" providerId="LiveId" clId="{6AACE861-2139-4871-A666-BFD98F9FE8F1}" dt="2026-03-06T05:51:29.670" v="599" actId="207"/>
          <ac:spMkLst>
            <pc:docMk/>
            <pc:sldMk cId="1961380359" sldId="260"/>
            <ac:spMk id="7" creationId="{2FF2D976-7D71-4B80-EAD6-D77F5E8B138A}"/>
          </ac:spMkLst>
        </pc:spChg>
      </pc:sldChg>
      <pc:sldChg chg="addSp delSp modSp new mod">
        <pc:chgData name="Mahesh Babu Pilli" userId="0ef6d49df24cff51" providerId="LiveId" clId="{6AACE861-2139-4871-A666-BFD98F9FE8F1}" dt="2026-03-06T05:51:42.641" v="601" actId="207"/>
        <pc:sldMkLst>
          <pc:docMk/>
          <pc:sldMk cId="2180632056" sldId="261"/>
        </pc:sldMkLst>
        <pc:spChg chg="del">
          <ac:chgData name="Mahesh Babu Pilli" userId="0ef6d49df24cff51" providerId="LiveId" clId="{6AACE861-2139-4871-A666-BFD98F9FE8F1}" dt="2026-03-06T05:46:34.066" v="558" actId="21"/>
          <ac:spMkLst>
            <pc:docMk/>
            <pc:sldMk cId="2180632056" sldId="261"/>
            <ac:spMk id="2" creationId="{46B3478A-D298-F51E-C0D6-A3DAFFCDFDBB}"/>
          </ac:spMkLst>
        </pc:spChg>
        <pc:spChg chg="del">
          <ac:chgData name="Mahesh Babu Pilli" userId="0ef6d49df24cff51" providerId="LiveId" clId="{6AACE861-2139-4871-A666-BFD98F9FE8F1}" dt="2026-03-06T05:45:41.711" v="552" actId="21"/>
          <ac:spMkLst>
            <pc:docMk/>
            <pc:sldMk cId="2180632056" sldId="261"/>
            <ac:spMk id="3" creationId="{B484545F-7189-C6DD-1E22-9FD584EACFFF}"/>
          </ac:spMkLst>
        </pc:spChg>
        <pc:spChg chg="add mod">
          <ac:chgData name="Mahesh Babu Pilli" userId="0ef6d49df24cff51" providerId="LiveId" clId="{6AACE861-2139-4871-A666-BFD98F9FE8F1}" dt="2026-03-06T05:46:22.328" v="557" actId="14100"/>
          <ac:spMkLst>
            <pc:docMk/>
            <pc:sldMk cId="2180632056" sldId="261"/>
            <ac:spMk id="7" creationId="{0F924732-24E7-62F4-5B38-FF8001184F9A}"/>
          </ac:spMkLst>
        </pc:spChg>
        <pc:spChg chg="add mod">
          <ac:chgData name="Mahesh Babu Pilli" userId="0ef6d49df24cff51" providerId="LiveId" clId="{6AACE861-2139-4871-A666-BFD98F9FE8F1}" dt="2026-03-06T05:51:42.641" v="601" actId="207"/>
          <ac:spMkLst>
            <pc:docMk/>
            <pc:sldMk cId="2180632056" sldId="261"/>
            <ac:spMk id="9" creationId="{973C13AE-546B-7CEE-DB87-79E406F2E78E}"/>
          </ac:spMkLst>
        </pc:spChg>
        <pc:picChg chg="add del">
          <ac:chgData name="Mahesh Babu Pilli" userId="0ef6d49df24cff51" providerId="LiveId" clId="{6AACE861-2139-4871-A666-BFD98F9FE8F1}" dt="2026-03-06T05:45:58.279" v="554" actId="21"/>
          <ac:picMkLst>
            <pc:docMk/>
            <pc:sldMk cId="2180632056" sldId="261"/>
            <ac:picMk id="5" creationId="{622C2122-2E1D-6467-64F4-EE0483783B74}"/>
          </ac:picMkLst>
        </pc:picChg>
      </pc:sldChg>
      <pc:sldChg chg="addSp delSp modSp new mod">
        <pc:chgData name="Mahesh Babu Pilli" userId="0ef6d49df24cff51" providerId="LiveId" clId="{6AACE861-2139-4871-A666-BFD98F9FE8F1}" dt="2026-03-06T08:07:30.822" v="912" actId="403"/>
        <pc:sldMkLst>
          <pc:docMk/>
          <pc:sldMk cId="3016362264" sldId="262"/>
        </pc:sldMkLst>
        <pc:spChg chg="del">
          <ac:chgData name="Mahesh Babu Pilli" userId="0ef6d49df24cff51" providerId="LiveId" clId="{6AACE861-2139-4871-A666-BFD98F9FE8F1}" dt="2026-03-06T05:52:43.110" v="608" actId="21"/>
          <ac:spMkLst>
            <pc:docMk/>
            <pc:sldMk cId="3016362264" sldId="262"/>
            <ac:spMk id="2" creationId="{6E2B7F58-64B5-9408-2FCA-D714443A9EBD}"/>
          </ac:spMkLst>
        </pc:spChg>
        <pc:spChg chg="del">
          <ac:chgData name="Mahesh Babu Pilli" userId="0ef6d49df24cff51" providerId="LiveId" clId="{6AACE861-2139-4871-A666-BFD98F9FE8F1}" dt="2026-03-06T05:50:45.309" v="596" actId="21"/>
          <ac:spMkLst>
            <pc:docMk/>
            <pc:sldMk cId="3016362264" sldId="262"/>
            <ac:spMk id="3" creationId="{CB86A89F-F034-557D-ACB1-2D30E098DE1B}"/>
          </ac:spMkLst>
        </pc:spChg>
        <pc:spChg chg="add mod">
          <ac:chgData name="Mahesh Babu Pilli" userId="0ef6d49df24cff51" providerId="LiveId" clId="{6AACE861-2139-4871-A666-BFD98F9FE8F1}" dt="2026-03-06T05:52:14.016" v="606" actId="14100"/>
          <ac:spMkLst>
            <pc:docMk/>
            <pc:sldMk cId="3016362264" sldId="262"/>
            <ac:spMk id="5" creationId="{F4876500-FAE5-C0F7-80A9-01377CADB6E7}"/>
          </ac:spMkLst>
        </pc:spChg>
        <pc:spChg chg="add mod">
          <ac:chgData name="Mahesh Babu Pilli" userId="0ef6d49df24cff51" providerId="LiveId" clId="{6AACE861-2139-4871-A666-BFD98F9FE8F1}" dt="2026-03-06T08:07:30.822" v="912" actId="403"/>
          <ac:spMkLst>
            <pc:docMk/>
            <pc:sldMk cId="3016362264" sldId="262"/>
            <ac:spMk id="7" creationId="{FA291953-F5B0-5D6A-A803-1935AEB46287}"/>
          </ac:spMkLst>
        </pc:spChg>
      </pc:sldChg>
      <pc:sldChg chg="addSp delSp modSp new mod">
        <pc:chgData name="Mahesh Babu Pilli" userId="0ef6d49df24cff51" providerId="LiveId" clId="{6AACE861-2139-4871-A666-BFD98F9FE8F1}" dt="2026-03-06T08:07:59.089" v="915" actId="14100"/>
        <pc:sldMkLst>
          <pc:docMk/>
          <pc:sldMk cId="2164392799" sldId="263"/>
        </pc:sldMkLst>
        <pc:spChg chg="del mod">
          <ac:chgData name="Mahesh Babu Pilli" userId="0ef6d49df24cff51" providerId="LiveId" clId="{6AACE861-2139-4871-A666-BFD98F9FE8F1}" dt="2026-03-06T07:39:06.060" v="645" actId="21"/>
          <ac:spMkLst>
            <pc:docMk/>
            <pc:sldMk cId="2164392799" sldId="263"/>
            <ac:spMk id="2" creationId="{15F5F2D5-CBA5-4997-E2D1-D30E04257C9B}"/>
          </ac:spMkLst>
        </pc:spChg>
        <pc:spChg chg="del">
          <ac:chgData name="Mahesh Babu Pilli" userId="0ef6d49df24cff51" providerId="LiveId" clId="{6AACE861-2139-4871-A666-BFD98F9FE8F1}" dt="2026-03-06T07:36:23.307" v="628" actId="21"/>
          <ac:spMkLst>
            <pc:docMk/>
            <pc:sldMk cId="2164392799" sldId="263"/>
            <ac:spMk id="3" creationId="{CE8F3D48-C0B8-873A-2BEF-06AAB69E1A5F}"/>
          </ac:spMkLst>
        </pc:spChg>
        <pc:spChg chg="add mod">
          <ac:chgData name="Mahesh Babu Pilli" userId="0ef6d49df24cff51" providerId="LiveId" clId="{6AACE861-2139-4871-A666-BFD98F9FE8F1}" dt="2026-03-06T07:38:51.200" v="643" actId="14100"/>
          <ac:spMkLst>
            <pc:docMk/>
            <pc:sldMk cId="2164392799" sldId="263"/>
            <ac:spMk id="5" creationId="{57AC1D32-B4C4-E7D2-10A5-FFB24BEAF4F1}"/>
          </ac:spMkLst>
        </pc:spChg>
        <pc:spChg chg="add mod">
          <ac:chgData name="Mahesh Babu Pilli" userId="0ef6d49df24cff51" providerId="LiveId" clId="{6AACE861-2139-4871-A666-BFD98F9FE8F1}" dt="2026-03-06T08:07:59.089" v="915" actId="14100"/>
          <ac:spMkLst>
            <pc:docMk/>
            <pc:sldMk cId="2164392799" sldId="263"/>
            <ac:spMk id="7" creationId="{DD9F8426-0D63-2B4F-0623-9EDC11331DD6}"/>
          </ac:spMkLst>
        </pc:spChg>
        <pc:picChg chg="add mod">
          <ac:chgData name="Mahesh Babu Pilli" userId="0ef6d49df24cff51" providerId="LiveId" clId="{6AACE861-2139-4871-A666-BFD98F9FE8F1}" dt="2026-03-06T07:40:44.996" v="659" actId="1076"/>
          <ac:picMkLst>
            <pc:docMk/>
            <pc:sldMk cId="2164392799" sldId="263"/>
            <ac:picMk id="8" creationId="{43BE5829-AA96-DFBF-D82B-DF42AB642C7A}"/>
          </ac:picMkLst>
        </pc:picChg>
      </pc:sldChg>
      <pc:sldChg chg="addSp delSp modSp new mod">
        <pc:chgData name="Mahesh Babu Pilli" userId="0ef6d49df24cff51" providerId="LiveId" clId="{6AACE861-2139-4871-A666-BFD98F9FE8F1}" dt="2026-03-06T08:08:33.310" v="918" actId="207"/>
        <pc:sldMkLst>
          <pc:docMk/>
          <pc:sldMk cId="3184612296" sldId="264"/>
        </pc:sldMkLst>
        <pc:spChg chg="del">
          <ac:chgData name="Mahesh Babu Pilli" userId="0ef6d49df24cff51" providerId="LiveId" clId="{6AACE861-2139-4871-A666-BFD98F9FE8F1}" dt="2026-03-06T07:41:49.005" v="666" actId="21"/>
          <ac:spMkLst>
            <pc:docMk/>
            <pc:sldMk cId="3184612296" sldId="264"/>
            <ac:spMk id="2" creationId="{E8A044FC-B305-3EC5-1DC7-9C38AF48D61E}"/>
          </ac:spMkLst>
        </pc:spChg>
        <pc:spChg chg="del mod">
          <ac:chgData name="Mahesh Babu Pilli" userId="0ef6d49df24cff51" providerId="LiveId" clId="{6AACE861-2139-4871-A666-BFD98F9FE8F1}" dt="2026-03-06T07:41:44.168" v="665" actId="21"/>
          <ac:spMkLst>
            <pc:docMk/>
            <pc:sldMk cId="3184612296" sldId="264"/>
            <ac:spMk id="3" creationId="{3746DB8A-5F7B-D484-4100-246891AC5A29}"/>
          </ac:spMkLst>
        </pc:spChg>
        <pc:spChg chg="add mod">
          <ac:chgData name="Mahesh Babu Pilli" userId="0ef6d49df24cff51" providerId="LiveId" clId="{6AACE861-2139-4871-A666-BFD98F9FE8F1}" dt="2026-03-06T07:41:33.583" v="664" actId="14100"/>
          <ac:spMkLst>
            <pc:docMk/>
            <pc:sldMk cId="3184612296" sldId="264"/>
            <ac:spMk id="5" creationId="{565891DC-F6FC-8F20-659E-5F337C525A17}"/>
          </ac:spMkLst>
        </pc:spChg>
        <pc:spChg chg="add mod">
          <ac:chgData name="Mahesh Babu Pilli" userId="0ef6d49df24cff51" providerId="LiveId" clId="{6AACE861-2139-4871-A666-BFD98F9FE8F1}" dt="2026-03-06T08:08:33.310" v="918" actId="207"/>
          <ac:spMkLst>
            <pc:docMk/>
            <pc:sldMk cId="3184612296" sldId="264"/>
            <ac:spMk id="7" creationId="{17AA2AE3-57CE-53A6-29CD-723E4628AF84}"/>
          </ac:spMkLst>
        </pc:spChg>
        <pc:picChg chg="add mod">
          <ac:chgData name="Mahesh Babu Pilli" userId="0ef6d49df24cff51" providerId="LiveId" clId="{6AACE861-2139-4871-A666-BFD98F9FE8F1}" dt="2026-03-06T07:44:21.578" v="683" actId="1076"/>
          <ac:picMkLst>
            <pc:docMk/>
            <pc:sldMk cId="3184612296" sldId="264"/>
            <ac:picMk id="8" creationId="{C59DE57A-3974-28D6-39A2-FAA156404166}"/>
          </ac:picMkLst>
        </pc:picChg>
        <pc:picChg chg="add mod">
          <ac:chgData name="Mahesh Babu Pilli" userId="0ef6d49df24cff51" providerId="LiveId" clId="{6AACE861-2139-4871-A666-BFD98F9FE8F1}" dt="2026-03-06T07:48:28.683" v="726" actId="1076"/>
          <ac:picMkLst>
            <pc:docMk/>
            <pc:sldMk cId="3184612296" sldId="264"/>
            <ac:picMk id="9" creationId="{B5110A99-F281-82BE-E203-97253FEF70B9}"/>
          </ac:picMkLst>
        </pc:picChg>
      </pc:sldChg>
      <pc:sldChg chg="addSp delSp modSp new mod">
        <pc:chgData name="Mahesh Babu Pilli" userId="0ef6d49df24cff51" providerId="LiveId" clId="{6AACE861-2139-4871-A666-BFD98F9FE8F1}" dt="2026-03-06T08:08:55.938" v="920" actId="207"/>
        <pc:sldMkLst>
          <pc:docMk/>
          <pc:sldMk cId="1958779190" sldId="265"/>
        </pc:sldMkLst>
        <pc:spChg chg="del">
          <ac:chgData name="Mahesh Babu Pilli" userId="0ef6d49df24cff51" providerId="LiveId" clId="{6AACE861-2139-4871-A666-BFD98F9FE8F1}" dt="2026-03-06T07:50:07.703" v="739" actId="21"/>
          <ac:spMkLst>
            <pc:docMk/>
            <pc:sldMk cId="1958779190" sldId="265"/>
            <ac:spMk id="2" creationId="{B32023C1-1F37-9431-F43E-C95F0CB3FE35}"/>
          </ac:spMkLst>
        </pc:spChg>
        <pc:spChg chg="del mod">
          <ac:chgData name="Mahesh Babu Pilli" userId="0ef6d49df24cff51" providerId="LiveId" clId="{6AACE861-2139-4871-A666-BFD98F9FE8F1}" dt="2026-03-06T07:49:58.817" v="738" actId="21"/>
          <ac:spMkLst>
            <pc:docMk/>
            <pc:sldMk cId="1958779190" sldId="265"/>
            <ac:spMk id="3" creationId="{CA13CAE0-47FD-6C08-BDF4-0E9BA30EB310}"/>
          </ac:spMkLst>
        </pc:spChg>
        <pc:spChg chg="add mod">
          <ac:chgData name="Mahesh Babu Pilli" userId="0ef6d49df24cff51" providerId="LiveId" clId="{6AACE861-2139-4871-A666-BFD98F9FE8F1}" dt="2026-03-06T07:49:52.295" v="737" actId="14100"/>
          <ac:spMkLst>
            <pc:docMk/>
            <pc:sldMk cId="1958779190" sldId="265"/>
            <ac:spMk id="5" creationId="{CB4C9033-67EF-AF6B-3D5A-B9C3867C22FC}"/>
          </ac:spMkLst>
        </pc:spChg>
        <pc:spChg chg="add mod">
          <ac:chgData name="Mahesh Babu Pilli" userId="0ef6d49df24cff51" providerId="LiveId" clId="{6AACE861-2139-4871-A666-BFD98F9FE8F1}" dt="2026-03-06T08:08:55.938" v="920" actId="207"/>
          <ac:spMkLst>
            <pc:docMk/>
            <pc:sldMk cId="1958779190" sldId="265"/>
            <ac:spMk id="7" creationId="{159AD83B-5213-84AE-5EB2-0D35210E830D}"/>
          </ac:spMkLst>
        </pc:spChg>
        <pc:picChg chg="add mod">
          <ac:chgData name="Mahesh Babu Pilli" userId="0ef6d49df24cff51" providerId="LiveId" clId="{6AACE861-2139-4871-A666-BFD98F9FE8F1}" dt="2026-03-06T07:53:39.162" v="777" actId="14100"/>
          <ac:picMkLst>
            <pc:docMk/>
            <pc:sldMk cId="1958779190" sldId="265"/>
            <ac:picMk id="8" creationId="{E418BA53-8BDB-C78B-E855-4FDE083DCA34}"/>
          </ac:picMkLst>
        </pc:picChg>
        <pc:picChg chg="add mod">
          <ac:chgData name="Mahesh Babu Pilli" userId="0ef6d49df24cff51" providerId="LiveId" clId="{6AACE861-2139-4871-A666-BFD98F9FE8F1}" dt="2026-03-06T07:53:47.199" v="780" actId="14100"/>
          <ac:picMkLst>
            <pc:docMk/>
            <pc:sldMk cId="1958779190" sldId="265"/>
            <ac:picMk id="9" creationId="{B20363BE-8384-D537-D728-0CE53FE0C20E}"/>
          </ac:picMkLst>
        </pc:picChg>
      </pc:sldChg>
      <pc:sldChg chg="addSp delSp modSp new mod">
        <pc:chgData name="Mahesh Babu Pilli" userId="0ef6d49df24cff51" providerId="LiveId" clId="{6AACE861-2139-4871-A666-BFD98F9FE8F1}" dt="2026-03-06T08:09:10.567" v="922" actId="207"/>
        <pc:sldMkLst>
          <pc:docMk/>
          <pc:sldMk cId="1094244301" sldId="266"/>
        </pc:sldMkLst>
        <pc:spChg chg="del">
          <ac:chgData name="Mahesh Babu Pilli" userId="0ef6d49df24cff51" providerId="LiveId" clId="{6AACE861-2139-4871-A666-BFD98F9FE8F1}" dt="2026-03-06T07:54:32.197" v="789" actId="21"/>
          <ac:spMkLst>
            <pc:docMk/>
            <pc:sldMk cId="1094244301" sldId="266"/>
            <ac:spMk id="2" creationId="{09FB1E38-EE13-621C-4B44-B098C5245DD2}"/>
          </ac:spMkLst>
        </pc:spChg>
        <pc:spChg chg="del mod">
          <ac:chgData name="Mahesh Babu Pilli" userId="0ef6d49df24cff51" providerId="LiveId" clId="{6AACE861-2139-4871-A666-BFD98F9FE8F1}" dt="2026-03-06T07:54:28.106" v="788" actId="21"/>
          <ac:spMkLst>
            <pc:docMk/>
            <pc:sldMk cId="1094244301" sldId="266"/>
            <ac:spMk id="3" creationId="{F0B4C9C9-E8BD-918C-7CBA-5214B7F80628}"/>
          </ac:spMkLst>
        </pc:spChg>
        <pc:spChg chg="add mod">
          <ac:chgData name="Mahesh Babu Pilli" userId="0ef6d49df24cff51" providerId="LiveId" clId="{6AACE861-2139-4871-A666-BFD98F9FE8F1}" dt="2026-03-06T07:54:20.887" v="787" actId="14100"/>
          <ac:spMkLst>
            <pc:docMk/>
            <pc:sldMk cId="1094244301" sldId="266"/>
            <ac:spMk id="5" creationId="{7012028B-7776-28A0-FABA-6696A7A40891}"/>
          </ac:spMkLst>
        </pc:spChg>
        <pc:spChg chg="add mod">
          <ac:chgData name="Mahesh Babu Pilli" userId="0ef6d49df24cff51" providerId="LiveId" clId="{6AACE861-2139-4871-A666-BFD98F9FE8F1}" dt="2026-03-06T08:09:10.567" v="922" actId="207"/>
          <ac:spMkLst>
            <pc:docMk/>
            <pc:sldMk cId="1094244301" sldId="266"/>
            <ac:spMk id="7" creationId="{AF638034-6913-AB50-A9C4-DC00CAB037EE}"/>
          </ac:spMkLst>
        </pc:spChg>
        <pc:picChg chg="add mod">
          <ac:chgData name="Mahesh Babu Pilli" userId="0ef6d49df24cff51" providerId="LiveId" clId="{6AACE861-2139-4871-A666-BFD98F9FE8F1}" dt="2026-03-06T07:58:14.935" v="832" actId="14100"/>
          <ac:picMkLst>
            <pc:docMk/>
            <pc:sldMk cId="1094244301" sldId="266"/>
            <ac:picMk id="8" creationId="{A040C6F1-A3EE-24A3-2DFD-57CCFA493C08}"/>
          </ac:picMkLst>
        </pc:picChg>
        <pc:picChg chg="add mod">
          <ac:chgData name="Mahesh Babu Pilli" userId="0ef6d49df24cff51" providerId="LiveId" clId="{6AACE861-2139-4871-A666-BFD98F9FE8F1}" dt="2026-03-06T07:58:10.606" v="831" actId="1076"/>
          <ac:picMkLst>
            <pc:docMk/>
            <pc:sldMk cId="1094244301" sldId="266"/>
            <ac:picMk id="9" creationId="{DEC9B7D4-10B4-503D-217E-5905BEF06FAF}"/>
          </ac:picMkLst>
        </pc:picChg>
      </pc:sldChg>
      <pc:sldChg chg="addSp delSp modSp new mod">
        <pc:chgData name="Mahesh Babu Pilli" userId="0ef6d49df24cff51" providerId="LiveId" clId="{6AACE861-2139-4871-A666-BFD98F9FE8F1}" dt="2026-03-06T08:09:31.740" v="924" actId="207"/>
        <pc:sldMkLst>
          <pc:docMk/>
          <pc:sldMk cId="4111303131" sldId="267"/>
        </pc:sldMkLst>
        <pc:spChg chg="del">
          <ac:chgData name="Mahesh Babu Pilli" userId="0ef6d49df24cff51" providerId="LiveId" clId="{6AACE861-2139-4871-A666-BFD98F9FE8F1}" dt="2026-03-06T07:58:40.077" v="835" actId="21"/>
          <ac:spMkLst>
            <pc:docMk/>
            <pc:sldMk cId="4111303131" sldId="267"/>
            <ac:spMk id="2" creationId="{C332C92D-D198-EA6C-2785-0CB6EAD2888C}"/>
          </ac:spMkLst>
        </pc:spChg>
        <pc:spChg chg="del">
          <ac:chgData name="Mahesh Babu Pilli" userId="0ef6d49df24cff51" providerId="LiveId" clId="{6AACE861-2139-4871-A666-BFD98F9FE8F1}" dt="2026-03-06T07:58:35.162" v="834" actId="21"/>
          <ac:spMkLst>
            <pc:docMk/>
            <pc:sldMk cId="4111303131" sldId="267"/>
            <ac:spMk id="3" creationId="{D96DF4CE-7747-7C3C-890E-33AF37340EFF}"/>
          </ac:spMkLst>
        </pc:spChg>
        <pc:spChg chg="add mod">
          <ac:chgData name="Mahesh Babu Pilli" userId="0ef6d49df24cff51" providerId="LiveId" clId="{6AACE861-2139-4871-A666-BFD98F9FE8F1}" dt="2026-03-06T07:59:08.802" v="839" actId="14100"/>
          <ac:spMkLst>
            <pc:docMk/>
            <pc:sldMk cId="4111303131" sldId="267"/>
            <ac:spMk id="5" creationId="{55EE9DE1-CE94-E7B7-D34C-1BD5E10F9A78}"/>
          </ac:spMkLst>
        </pc:spChg>
        <pc:spChg chg="add mod">
          <ac:chgData name="Mahesh Babu Pilli" userId="0ef6d49df24cff51" providerId="LiveId" clId="{6AACE861-2139-4871-A666-BFD98F9FE8F1}" dt="2026-03-06T08:09:31.740" v="924" actId="207"/>
          <ac:spMkLst>
            <pc:docMk/>
            <pc:sldMk cId="4111303131" sldId="267"/>
            <ac:spMk id="7" creationId="{A97D2BA7-6115-3D39-449E-D8D6A0652F56}"/>
          </ac:spMkLst>
        </pc:spChg>
      </pc:sldChg>
      <pc:sldChg chg="addSp delSp modSp new mod">
        <pc:chgData name="Mahesh Babu Pilli" userId="0ef6d49df24cff51" providerId="LiveId" clId="{6AACE861-2139-4871-A666-BFD98F9FE8F1}" dt="2026-03-06T08:09:47.707" v="926" actId="207"/>
        <pc:sldMkLst>
          <pc:docMk/>
          <pc:sldMk cId="1003527998" sldId="268"/>
        </pc:sldMkLst>
        <pc:spChg chg="del">
          <ac:chgData name="Mahesh Babu Pilli" userId="0ef6d49df24cff51" providerId="LiveId" clId="{6AACE861-2139-4871-A666-BFD98F9FE8F1}" dt="2026-03-06T08:03:03.826" v="877" actId="21"/>
          <ac:spMkLst>
            <pc:docMk/>
            <pc:sldMk cId="1003527998" sldId="268"/>
            <ac:spMk id="2" creationId="{E32D5E53-4AF9-B489-B8F5-BE9EA3995A1C}"/>
          </ac:spMkLst>
        </pc:spChg>
        <pc:spChg chg="del">
          <ac:chgData name="Mahesh Babu Pilli" userId="0ef6d49df24cff51" providerId="LiveId" clId="{6AACE861-2139-4871-A666-BFD98F9FE8F1}" dt="2026-03-06T08:02:31.161" v="872" actId="21"/>
          <ac:spMkLst>
            <pc:docMk/>
            <pc:sldMk cId="1003527998" sldId="268"/>
            <ac:spMk id="3" creationId="{8A82A3CA-0A71-117D-BC7C-EBD160C11823}"/>
          </ac:spMkLst>
        </pc:spChg>
        <pc:spChg chg="add mod">
          <ac:chgData name="Mahesh Babu Pilli" userId="0ef6d49df24cff51" providerId="LiveId" clId="{6AACE861-2139-4871-A666-BFD98F9FE8F1}" dt="2026-03-06T08:02:57.963" v="876" actId="14100"/>
          <ac:spMkLst>
            <pc:docMk/>
            <pc:sldMk cId="1003527998" sldId="268"/>
            <ac:spMk id="5" creationId="{488003C4-3E8E-C6B2-A465-184D9A03C7F2}"/>
          </ac:spMkLst>
        </pc:spChg>
        <pc:spChg chg="add mod">
          <ac:chgData name="Mahesh Babu Pilli" userId="0ef6d49df24cff51" providerId="LiveId" clId="{6AACE861-2139-4871-A666-BFD98F9FE8F1}" dt="2026-03-06T08:09:47.707" v="926" actId="207"/>
          <ac:spMkLst>
            <pc:docMk/>
            <pc:sldMk cId="1003527998" sldId="268"/>
            <ac:spMk id="7" creationId="{44E5DE72-D9F3-4EF3-A3A8-CE88AE6439C5}"/>
          </ac:spMkLst>
        </pc:spChg>
      </pc:sldChg>
      <pc:sldChg chg="addSp delSp modSp new mod">
        <pc:chgData name="Mahesh Babu Pilli" userId="0ef6d49df24cff51" providerId="LiveId" clId="{6AACE861-2139-4871-A666-BFD98F9FE8F1}" dt="2026-03-06T08:40:36.611" v="1393" actId="207"/>
        <pc:sldMkLst>
          <pc:docMk/>
          <pc:sldMk cId="1373199716" sldId="269"/>
        </pc:sldMkLst>
        <pc:spChg chg="del">
          <ac:chgData name="Mahesh Babu Pilli" userId="0ef6d49df24cff51" providerId="LiveId" clId="{6AACE861-2139-4871-A666-BFD98F9FE8F1}" dt="2026-03-06T08:31:30.415" v="1117" actId="21"/>
          <ac:spMkLst>
            <pc:docMk/>
            <pc:sldMk cId="1373199716" sldId="269"/>
            <ac:spMk id="2" creationId="{5B24343C-F65D-32C9-8B89-F2492195CD45}"/>
          </ac:spMkLst>
        </pc:spChg>
        <pc:spChg chg="del mod">
          <ac:chgData name="Mahesh Babu Pilli" userId="0ef6d49df24cff51" providerId="LiveId" clId="{6AACE861-2139-4871-A666-BFD98F9FE8F1}" dt="2026-03-06T08:31:23.109" v="1116" actId="21"/>
          <ac:spMkLst>
            <pc:docMk/>
            <pc:sldMk cId="1373199716" sldId="269"/>
            <ac:spMk id="3" creationId="{19EB18BD-40DC-9670-CCE6-19069703B79F}"/>
          </ac:spMkLst>
        </pc:spChg>
        <pc:spChg chg="add mod">
          <ac:chgData name="Mahesh Babu Pilli" userId="0ef6d49df24cff51" providerId="LiveId" clId="{6AACE861-2139-4871-A666-BFD98F9FE8F1}" dt="2026-03-06T08:30:27.729" v="1113" actId="14100"/>
          <ac:spMkLst>
            <pc:docMk/>
            <pc:sldMk cId="1373199716" sldId="269"/>
            <ac:spMk id="5" creationId="{5DE0A545-43C3-0E42-2039-4277FB893562}"/>
          </ac:spMkLst>
        </pc:spChg>
        <pc:spChg chg="add mod">
          <ac:chgData name="Mahesh Babu Pilli" userId="0ef6d49df24cff51" providerId="LiveId" clId="{6AACE861-2139-4871-A666-BFD98F9FE8F1}" dt="2026-03-06T08:40:36.611" v="1393" actId="207"/>
          <ac:spMkLst>
            <pc:docMk/>
            <pc:sldMk cId="1373199716" sldId="269"/>
            <ac:spMk id="7" creationId="{243E34B6-1EDF-F23D-E8CB-AD99C94A5688}"/>
          </ac:spMkLst>
        </pc:spChg>
      </pc:sldChg>
      <pc:sldMasterChg chg="setBg">
        <pc:chgData name="Mahesh Babu Pilli" userId="0ef6d49df24cff51" providerId="LiveId" clId="{6AACE861-2139-4871-A666-BFD98F9FE8F1}" dt="2026-03-06T04:44:59.135" v="17"/>
        <pc:sldMasterMkLst>
          <pc:docMk/>
          <pc:sldMasterMk cId="3052225877" sldId="2147483855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7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140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319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46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57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99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8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73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44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13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1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9721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33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98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107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38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2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EC3C3CE-BA6E-4D9D-ABB3-B69F96F48D4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6F1165B-102B-4B46-BA87-365A48E41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578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AI-Driven+Insights&amp;sca_esv=2e8ca08f5eada962&amp;rlz=1C1CHBF_enIN1197IN1197&amp;sxsrf=ANbL-n5XlzTGr28LDJi9L63jGgtHapW-sw%3A1772599658472&amp;ei=armnaaLOHIWeseMPqfmh8AM&amp;ved=2ahUKEwjE05X1uoWTAxV0bmwGHRDsO64QgK4QegQIAxAB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7" Type="http://schemas.openxmlformats.org/officeDocument/2006/relationships/hyperlink" Target="https://www.google.com/search?q=AI-Powered+Q%26A&amp;sca_esv=2e8ca08f5eada962&amp;rlz=1C1CHBF_enIN1197IN1197&amp;sxsrf=ANbL-n5XlzTGr28LDJi9L63jGgtHapW-sw%3A1772599658472&amp;ei=armnaaLOHIWeseMPqfmh8AM&amp;ved=2ahUKEwjE05X1uoWTAxV0bmwGHRDsO64QgK4QegQIAxAJ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Key+Metrics+Tracked&amp;sca_esv=2e8ca08f5eada962&amp;rlz=1C1CHBF_enIN1197IN1197&amp;sxsrf=ANbL-n5XlzTGr28LDJi9L63jGgtHapW-sw%3A1772599658472&amp;ei=armnaaLOHIWeseMPqfmh8AM&amp;ved=2ahUKEwjE05X1uoWTAxV0bmwGHRDsO64QgK4QegQIAxAH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5" Type="http://schemas.openxmlformats.org/officeDocument/2006/relationships/hyperlink" Target="https://www.google.com/search?q=Data+Storytelling&amp;sca_esv=2e8ca08f5eada962&amp;rlz=1C1CHBF_enIN1197IN1197&amp;sxsrf=ANbL-n5XlzTGr28LDJi9L63jGgtHapW-sw%3A1772599658472&amp;ei=armnaaLOHIWeseMPqfmh8AM&amp;ved=2ahUKEwjE05X1uoWTAxV0bmwGHRDsO64QgK4QegQIAxAF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4" Type="http://schemas.openxmlformats.org/officeDocument/2006/relationships/hyperlink" Target="https://www.google.com/search?q=Interactive+Visualizations&amp;sca_esv=2e8ca08f5eada962&amp;rlz=1C1CHBF_enIN1197IN1197&amp;sxsrf=ANbL-n5XlzTGr28LDJi9L63jGgtHapW-sw%3A1772599658472&amp;ei=armnaaLOHIWeseMPqfmh8AM&amp;ved=2ahUKEwjE05X1uoWTAxV0bmwGHRDsO64QgK4QegQIAxAD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Data+Modeling&amp;sca_esv=2e8ca08f5eada962&amp;rlz=1C1CHBF_enIN1197IN1197&amp;sxsrf=ANbL-n5XlzTGr28LDJi9L63jGgtHapW-sw%3A1772599658472&amp;ei=armnaaLOHIWeseMPqfmh8AM&amp;ved=2ahUKEwjE05X1uoWTAxV0bmwGHRDsO64QgK4QegQIBhAD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2" Type="http://schemas.openxmlformats.org/officeDocument/2006/relationships/hyperlink" Target="https://www.google.com/search?q=Data+Preparation&amp;sca_esv=2e8ca08f5eada962&amp;rlz=1C1CHBF_enIN1197IN1197&amp;sxsrf=ANbL-n5XlzTGr28LDJi9L63jGgtHapW-sw%3A1772599658472&amp;ei=armnaaLOHIWeseMPqfmh8AM&amp;ved=2ahUKEwjE05X1uoWTAxV0bmwGHRDsO64QgK4QegQIBhAB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AI+Feature+Integration&amp;sca_esv=2e8ca08f5eada962&amp;rlz=1C1CHBF_enIN1197IN1197&amp;sxsrf=ANbL-n5XlzTGr28LDJi9L63jGgtHapW-sw%3A1772599658472&amp;ei=armnaaLOHIWeseMPqfmh8AM&amp;ved=2ahUKEwjE05X1uoWTAxV0bmwGHRDsO64QgK4QegQIBhAJ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5" Type="http://schemas.openxmlformats.org/officeDocument/2006/relationships/hyperlink" Target="https://www.google.com/search?q=Dashboard+Design&amp;sca_esv=2e8ca08f5eada962&amp;rlz=1C1CHBF_enIN1197IN1197&amp;sxsrf=ANbL-n5XlzTGr28LDJi9L63jGgtHapW-sw%3A1772599658472&amp;ei=armnaaLOHIWeseMPqfmh8AM&amp;ved=2ahUKEwjE05X1uoWTAxV0bmwGHRDsO64QgK4QegQIBhAH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Relationship Id="rId4" Type="http://schemas.openxmlformats.org/officeDocument/2006/relationships/hyperlink" Target="https://www.google.com/search?q=DAX+Calculations&amp;sca_esv=2e8ca08f5eada962&amp;rlz=1C1CHBF_enIN1197IN1197&amp;sxsrf=ANbL-n5XlzTGr28LDJi9L63jGgtHapW-sw%3A1772599658472&amp;ei=armnaaLOHIWeseMPqfmh8AM&amp;ved=2ahUKEwjE05X1uoWTAxV0bmwGHRDsO64QgK4QegQIBhAF&amp;uact=5&amp;oq=VISUALIZATION+AND+STORY+TELLING+AND+AI+OF+HotelRevAI+AI+Driven+Revenue+Analysis+for+Hotels+PROJECT+IN+POWERBI&amp;gs_lp=Egxnd3Mtd2l6LXNlcnAibVZJU1VBTElaQVRJT04gQU5EIFNUT1JZIFRFTExJTkcgQU5EIEFJIE9GIEhvdGVsUmV2QUkgQUkgRHJpdmVuIFJldmVudWUgQW5hbHlzaXMgZm9yIEhvdGVscyBQUk9KRUNUIElOIFBPV0VSQklIAFAAWABwAHgAkAEAmAEAoAEAqgEAuAEDyAEA-AEBmAIAoAIAmAMAkgcAoAcAsgcAuAcAwgcAyAcAgAgA&amp;sclient=gws-wiz-serp&amp;mstk=AUtExfA4ugX7txmKU2ZpiwiuwPt6H3XYxut5fitTuf-cLTqSTfOvzSa8cv08rO7ADTy343FKKZmLLKSZ39yIa9DKh5VfAUotvMvZZh8vTpja5lrpTlxm1gaL1887zziXP8hR14EVPaxo_MPmrNxpKdFjYUASk3DTHR5XA2JXEZ5dkaRsZAg&amp;csui=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ower-bi/create-reports/service-dashboar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9B0554E3-859A-CC01-0263-F52E96E5A6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CC413A-1D87-8FB8-FC6E-ECE1301C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12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HOTELREVAI AI DRIVEN REVENUE ANALYSIS FOR HOTELS">
            <a:extLst>
              <a:ext uri="{FF2B5EF4-FFF2-40B4-BE49-F238E27FC236}">
                <a16:creationId xmlns:a16="http://schemas.microsoft.com/office/drawing/2014/main" id="{F79D89E5-84CA-196E-D7A1-71A35CF48BC0}"/>
              </a:ext>
            </a:extLst>
          </p:cNvPr>
          <p:cNvSpPr/>
          <p:nvPr/>
        </p:nvSpPr>
        <p:spPr>
          <a:xfrm>
            <a:off x="783434" y="260554"/>
            <a:ext cx="11138786" cy="9930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HOTELREVAI AI DRIVEN REVENUE ANALYSIS FOR HOTELS</a:t>
            </a:r>
          </a:p>
          <a:p>
            <a:pPr algn="ctr"/>
            <a:endParaRPr lang="en-IN" dirty="0">
              <a:ln w="0">
                <a:solidFill>
                  <a:srgbClr val="00B0F0"/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2" name="AutoShape 2" descr=", AI generated">
            <a:extLst>
              <a:ext uri="{FF2B5EF4-FFF2-40B4-BE49-F238E27FC236}">
                <a16:creationId xmlns:a16="http://schemas.microsoft.com/office/drawing/2014/main" id="{4F16E15F-347A-1F8A-569D-E4EC5B24DD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27355" y="757083"/>
            <a:ext cx="9144000" cy="704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CONTENTS">
            <a:extLst>
              <a:ext uri="{FF2B5EF4-FFF2-40B4-BE49-F238E27FC236}">
                <a16:creationId xmlns:a16="http://schemas.microsoft.com/office/drawing/2014/main" id="{FFE43E22-B523-115B-1F6A-2AF13AD5B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156"/>
            <a:ext cx="6352827" cy="993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63AC00-DEB2-2B2B-06A1-E0ECAF8F8C5C}"/>
              </a:ext>
            </a:extLst>
          </p:cNvPr>
          <p:cNvSpPr txBox="1"/>
          <p:nvPr/>
        </p:nvSpPr>
        <p:spPr>
          <a:xfrm>
            <a:off x="783434" y="1047381"/>
            <a:ext cx="3336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/>
                </a:solidFill>
              </a:rPr>
              <a:t>Contents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6B957D-C984-A3FE-71F8-32E77513D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29" y="1621379"/>
            <a:ext cx="8800241" cy="36152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CBD644-839A-50C0-5E34-168A0EB67A13}"/>
              </a:ext>
            </a:extLst>
          </p:cNvPr>
          <p:cNvSpPr txBox="1"/>
          <p:nvPr/>
        </p:nvSpPr>
        <p:spPr>
          <a:xfrm>
            <a:off x="1140542" y="1727534"/>
            <a:ext cx="985192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0" lvl="3" indent="-40005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Implementation Steps</a:t>
            </a:r>
          </a:p>
          <a:p>
            <a:r>
              <a:rPr lang="en-IN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Strategies</a:t>
            </a:r>
            <a:endParaRPr lang="en-IN" sz="2800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Power BI Visualization &amp; Dashboards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Steps to Create a Dashboard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Common Power BI Visualizations</a:t>
            </a:r>
            <a:endParaRPr lang="en-IN" sz="20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IN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3</a:t>
            </a:r>
            <a:r>
              <a: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</a:t>
            </a:r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Story Telling</a:t>
            </a:r>
            <a:endParaRPr lang="en-IN" sz="28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HOTEL BOOKING PERFORMANCE OVERVIEW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Hotel Comparison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Yearly Performance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Revenue Trends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Booking Count by Distribution Channel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Cancellation Analysis</a:t>
            </a:r>
          </a:p>
          <a:p>
            <a:pPr marL="1943100" lvl="3" indent="-571500">
              <a:buFont typeface="+mj-lt"/>
              <a:buAutoNum type="romanLcPeriod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Booking Count by Customer </a:t>
            </a:r>
            <a:r>
              <a:rPr lang="en-IN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Typ</a:t>
            </a:r>
            <a:endParaRPr lang="en-IN" sz="20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3"/>
            <a:endParaRPr lang="en-IN" sz="20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9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E0A545-43C3-0E42-2039-4277FB893562}"/>
              </a:ext>
            </a:extLst>
          </p:cNvPr>
          <p:cNvSpPr txBox="1"/>
          <p:nvPr/>
        </p:nvSpPr>
        <p:spPr>
          <a:xfrm>
            <a:off x="684212" y="114412"/>
            <a:ext cx="10878522" cy="122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E34B6-1EDF-F23D-E8CB-AD99C94A5688}"/>
              </a:ext>
            </a:extLst>
          </p:cNvPr>
          <p:cNvSpPr txBox="1"/>
          <p:nvPr/>
        </p:nvSpPr>
        <p:spPr>
          <a:xfrm>
            <a:off x="812031" y="1345356"/>
            <a:ext cx="848191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Contents:</a:t>
            </a:r>
          </a:p>
          <a:p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	4.0 AI-Driven Capabilities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Smart Visual</a:t>
            </a:r>
          </a:p>
          <a:p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	5.0 Conclusion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r>
              <a:rPr lang="en-IN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Key Takeaways</a:t>
            </a:r>
          </a:p>
          <a:p>
            <a:pPr marL="1714500" lvl="3" indent="-342900">
              <a:buFont typeface="Courier New" panose="02070309020205020404" pitchFamily="49" charset="0"/>
              <a:buChar char="o"/>
            </a:pPr>
            <a:endParaRPr lang="en-IN" sz="24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endParaRPr lang="en-IN" sz="24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endParaRPr lang="en-IN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19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4CC5F1-DA2F-BD45-B348-F656F66FB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179" y="2164532"/>
            <a:ext cx="7858433" cy="2081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B0E0F8-62E7-C56D-54EA-9F181C6A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4" y="2959510"/>
            <a:ext cx="9091680" cy="8750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63E446-4139-D958-15CB-701498E85630}"/>
              </a:ext>
            </a:extLst>
          </p:cNvPr>
          <p:cNvSpPr txBox="1"/>
          <p:nvPr/>
        </p:nvSpPr>
        <p:spPr>
          <a:xfrm rot="10800000" flipH="1" flipV="1">
            <a:off x="684212" y="1337981"/>
            <a:ext cx="3932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</a:t>
            </a:r>
            <a:r>
              <a:rPr lang="en-IN" sz="3200" b="1" dirty="0">
                <a:solidFill>
                  <a:srgbClr val="C00000"/>
                </a:solidFill>
              </a:rPr>
              <a:t>ntroduction: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21409-668D-F0D9-2916-42DF2FB10BAD}"/>
              </a:ext>
            </a:extLst>
          </p:cNvPr>
          <p:cNvSpPr txBox="1"/>
          <p:nvPr/>
        </p:nvSpPr>
        <p:spPr>
          <a:xfrm>
            <a:off x="684212" y="89854"/>
            <a:ext cx="10823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FA5584-AC5B-6CB6-F2C4-53E28B7E9D1A}"/>
              </a:ext>
            </a:extLst>
          </p:cNvPr>
          <p:cNvSpPr txBox="1"/>
          <p:nvPr/>
        </p:nvSpPr>
        <p:spPr>
          <a:xfrm>
            <a:off x="1120876" y="2164532"/>
            <a:ext cx="10156723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HotelRevAI</a:t>
            </a:r>
            <a:r>
              <a:rPr lang="en-IN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project in Power BI integrates advanced visualization, data-driven storytelling, and artificial intelligence to transform complex hospitality data into actionable revenue intelligence.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analysis that previously took days, the project enables hotels to achieve significant performance gains, including reported revenue increases of up to 10-17% and occupancy boosts of 10%.</a:t>
            </a: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&amp; Features:</a:t>
            </a:r>
            <a:endParaRPr lang="en-IN" sz="20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		</a:t>
            </a:r>
            <a:r>
              <a: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AI-Driven Insights</a:t>
            </a:r>
            <a:endParaRPr lang="en-IN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2.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Interactive Visualizations</a:t>
            </a:r>
            <a:endParaRPr lang="en-IN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3.</a:t>
            </a: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Storytelling</a:t>
            </a:r>
            <a:endParaRPr lang="en-IN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4.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Key Metrics Tracked</a:t>
            </a:r>
            <a:endParaRPr lang="en-IN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5.</a:t>
            </a: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AI-Powered Q&amp;A</a:t>
            </a:r>
            <a:endParaRPr lang="en-IN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17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6F39ED-235E-8F62-011B-F742ADD63B2A}"/>
              </a:ext>
            </a:extLst>
          </p:cNvPr>
          <p:cNvSpPr txBox="1"/>
          <p:nvPr/>
        </p:nvSpPr>
        <p:spPr>
          <a:xfrm>
            <a:off x="851360" y="68827"/>
            <a:ext cx="106327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8DC46-262F-14FB-4BE4-BC35350ECF13}"/>
              </a:ext>
            </a:extLst>
          </p:cNvPr>
          <p:cNvSpPr txBox="1"/>
          <p:nvPr/>
        </p:nvSpPr>
        <p:spPr>
          <a:xfrm>
            <a:off x="851360" y="1269156"/>
            <a:ext cx="10489280" cy="4132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Implementation Steps: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Preparation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Import and clean hotel booking, guest, and meal data.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r>
              <a:rPr lang="en-IN" b="1" u="sng" dirty="0">
                <a:solidFill>
                  <a:srgbClr val="0D2E4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Modeling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Create relationships between tables (bookings, hotels, rooms) for accurate reporting.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DAX Calculations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Develop formulas for KPIs like revenue growth, cancellation rates, and week-on-week changes.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Design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Create intuitive, interactive dashboards for stakeholders.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Feature Integration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Incorporate Key Influencers visual, Q&amp;A, and forecasting capabilities in Power BI. </a:t>
            </a: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		</a:t>
            </a:r>
            <a:endParaRPr lang="en-IN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3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289422-3D3E-F66C-8751-9969E61F8409}"/>
              </a:ext>
            </a:extLst>
          </p:cNvPr>
          <p:cNvSpPr txBox="1"/>
          <p:nvPr/>
        </p:nvSpPr>
        <p:spPr>
          <a:xfrm>
            <a:off x="684212" y="206477"/>
            <a:ext cx="10976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2D976-7D71-4B80-EAD6-D77F5E8B138A}"/>
              </a:ext>
            </a:extLst>
          </p:cNvPr>
          <p:cNvSpPr txBox="1"/>
          <p:nvPr/>
        </p:nvSpPr>
        <p:spPr>
          <a:xfrm>
            <a:off x="684212" y="1327355"/>
            <a:ext cx="1079003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Strategies:</a:t>
            </a:r>
          </a:p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 are single-page, interactive "canvases" in the Power BI Service that visualize key performance indicators (KPIs) and data highlights from multiple reports using tiles. They allow for real-time monitoring, data exploration via drill-downs, and sharing insights, with popular visualizations including bar charts, line charts, maps, and KPIs. </a:t>
            </a:r>
          </a:p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Power BI Visualization &amp; Dashboards: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vs. Reports: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Dashboards are exclusive to the </a:t>
            </a:r>
            <a:r>
              <a:rPr lang="en-IN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Service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(single page,,,high-level), while reports are created in Power BI Desktop (multiple pages, detailed).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Visuals on a dashboard are called "tiles," pinned from one or more reports.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Visualizations:</a:t>
            </a:r>
            <a:endParaRPr lang="en-IN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Display critical, single-number metrics prominently.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Bar/Column Charts: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Compare categories (e.g., sales by product).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Show trends over time.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Visualize geographical data.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Funnel Charts: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Illustrate business processes like sales pipelines.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8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924732-24E7-62F4-5B38-FF8001184F9A}"/>
              </a:ext>
            </a:extLst>
          </p:cNvPr>
          <p:cNvSpPr txBox="1"/>
          <p:nvPr/>
        </p:nvSpPr>
        <p:spPr>
          <a:xfrm>
            <a:off x="766916" y="265471"/>
            <a:ext cx="107269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C13AE-546B-7CEE-DB87-79E406F2E78E}"/>
              </a:ext>
            </a:extLst>
          </p:cNvPr>
          <p:cNvSpPr txBox="1"/>
          <p:nvPr/>
        </p:nvSpPr>
        <p:spPr>
          <a:xfrm>
            <a:off x="766916" y="1465800"/>
            <a:ext cx="10726994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</a:rPr>
              <a:t>Steps to Create a Dashboard: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Report: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Create visuals in Power BI Desktop and publish to the Service.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 Visuals: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Pin report visuals as tiles to a new or existing dashboard.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 and Resize: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Organize tiles for a clear, logical layout.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Alerts: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Configure alerts on key metrics to track changes. 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</a:rPr>
              <a:t>Common Power BI Visualizations: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Visuals: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Bar and column charts are standard for comparing values across categories, while line charts are best for showing trends over time.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Part-to-Whole Visuals: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Pie and donut charts show how individual parts contribute to a total, and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excellent for large amounts of hierarchical data.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 and Cards: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Card visuals display a single important number prominently, while KPI visuals communicate progress toward a specific goal.</a:t>
            </a:r>
          </a:p>
          <a:p>
            <a:pPr>
              <a:lnSpc>
                <a:spcPct val="150000"/>
              </a:lnSpc>
            </a:pPr>
            <a:endParaRPr lang="en-IN" sz="2000" b="1" dirty="0">
              <a:solidFill>
                <a:srgbClr val="C00000"/>
              </a:solidFill>
            </a:endParaRP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3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876500-FAE5-C0F7-80A9-01377CADB6E7}"/>
              </a:ext>
            </a:extLst>
          </p:cNvPr>
          <p:cNvSpPr txBox="1"/>
          <p:nvPr/>
        </p:nvSpPr>
        <p:spPr>
          <a:xfrm>
            <a:off x="599769" y="137653"/>
            <a:ext cx="109629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91953-F5B0-5D6A-A803-1935AEB46287}"/>
              </a:ext>
            </a:extLst>
          </p:cNvPr>
          <p:cNvSpPr txBox="1"/>
          <p:nvPr/>
        </p:nvSpPr>
        <p:spPr>
          <a:xfrm>
            <a:off x="614517" y="1416641"/>
            <a:ext cx="10962966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</a:rPr>
              <a:t>Story Telling: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	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HotelRevAI moves beyond static reporting by "connecting the dots" to explain </a:t>
            </a:r>
            <a:r>
              <a:rPr lang="en-IN" i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data is changing. 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Narrative Arc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Dashboards are structured to tell a "story of growth," identifying where revenue is being lost and highlighting the most profitable guest segments.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 Insight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Instead of just showing historical data, the storytelling approach provides a hypothesis for future implications, helping stakeholders understand where current decisions are leading them.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Departmental Tailoring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Reports are adapted for different audiences; for example, showing 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F&amp;B Performance Insights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(cover counts, average per customer) for restaurant managers while focusing on 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Performance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 marketing teams.</a:t>
            </a:r>
          </a:p>
          <a:p>
            <a:r>
              <a:rPr lang="en-IN" dirty="0"/>
              <a:t>	</a:t>
            </a:r>
          </a:p>
          <a:p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36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AC1D32-B4C4-E7D2-10A5-FFB24BEAF4F1}"/>
              </a:ext>
            </a:extLst>
          </p:cNvPr>
          <p:cNvSpPr txBox="1"/>
          <p:nvPr/>
        </p:nvSpPr>
        <p:spPr>
          <a:xfrm>
            <a:off x="684212" y="157316"/>
            <a:ext cx="10976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F8426-0D63-2B4F-0623-9EDC11331DD6}"/>
              </a:ext>
            </a:extLst>
          </p:cNvPr>
          <p:cNvSpPr txBox="1"/>
          <p:nvPr/>
        </p:nvSpPr>
        <p:spPr>
          <a:xfrm>
            <a:off x="684211" y="1357645"/>
            <a:ext cx="100231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HOTEL BOOKING PERFORMANCE OVERVIEW:</a:t>
            </a:r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E5829-AA96-DFBF-D82B-DF42AB642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64" y="1996847"/>
            <a:ext cx="10323871" cy="45141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392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891DC-F6FC-8F20-659E-5F337C525A17}"/>
              </a:ext>
            </a:extLst>
          </p:cNvPr>
          <p:cNvSpPr txBox="1"/>
          <p:nvPr/>
        </p:nvSpPr>
        <p:spPr>
          <a:xfrm>
            <a:off x="684211" y="0"/>
            <a:ext cx="107998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A2AE3-57CE-53A6-29CD-723E4628AF84}"/>
              </a:ext>
            </a:extLst>
          </p:cNvPr>
          <p:cNvSpPr txBox="1"/>
          <p:nvPr/>
        </p:nvSpPr>
        <p:spPr>
          <a:xfrm>
            <a:off x="707924" y="1200329"/>
            <a:ext cx="1091785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Hotel Comparison: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City Hotels account for roughly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45K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bookings,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Resort Hotels sit at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28K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portfolio leans heavily toward urban destinations.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City Hotels are the primary driver of booking volume,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pulling in about 60% more guests than the Resort properties.</a:t>
            </a:r>
          </a:p>
          <a:p>
            <a:pPr lvl="0"/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IN" sz="2400" b="1" dirty="0">
                <a:solidFill>
                  <a:srgbClr val="FF0000"/>
                </a:solidFill>
              </a:rPr>
              <a:t>Yearly Performance: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2016 was the peak year with nearly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36K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bookings.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2017 saw a drop to around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2015 had the lowest volume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roughly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hotel experienced a massive growth spurt from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2015 to 2016, more than doubling its bookings. However, it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struggled to maintain that momentum into 2017, experiencing a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noticeable cooling-off period.</a:t>
            </a:r>
          </a:p>
          <a:p>
            <a:pPr lvl="0"/>
            <a:endParaRPr lang="en-IN" sz="2400" b="1" dirty="0">
              <a:solidFill>
                <a:srgbClr val="FF0000"/>
              </a:solidFill>
            </a:endParaRPr>
          </a:p>
          <a:p>
            <a:pPr lvl="0"/>
            <a:endParaRPr lang="en-IN" sz="2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9DE57A-3974-28D6-39A2-FAA156404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51" y="1200329"/>
            <a:ext cx="3215640" cy="2255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110A99-F281-82BE-E203-97253FEF7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51" y="3805181"/>
            <a:ext cx="3215641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1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C9033-67EF-AF6B-3D5A-B9C3867C22FC}"/>
              </a:ext>
            </a:extLst>
          </p:cNvPr>
          <p:cNvSpPr txBox="1"/>
          <p:nvPr/>
        </p:nvSpPr>
        <p:spPr>
          <a:xfrm>
            <a:off x="684212" y="88491"/>
            <a:ext cx="10888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AD83B-5213-84AE-5EB2-0D35210E830D}"/>
              </a:ext>
            </a:extLst>
          </p:cNvPr>
          <p:cNvSpPr txBox="1"/>
          <p:nvPr/>
        </p:nvSpPr>
        <p:spPr>
          <a:xfrm>
            <a:off x="684212" y="1288820"/>
            <a:ext cx="1082357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Revenue Trends: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is highest in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 (~1.2M)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July (~1.0M)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steadily tapering off toward the winter months, with November,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December, and January bringing in the least revenue.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business is highly seasonal. Summer vacations are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clear driver of the hotel's financial success, representing the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season, while the winter months represent a significant dry spell.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FF0000"/>
                </a:solidFill>
              </a:rPr>
              <a:t>Booking Count by Distribution Channel:</a:t>
            </a:r>
          </a:p>
          <a:p>
            <a:pPr lvl="0"/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TA/TO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(Travel Agents and Tour Operators) take up the vast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 pie, followed by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and a tiny sliver of </a:t>
            </a:r>
          </a:p>
          <a:p>
            <a:pPr lvl="0"/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Corporate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bookings.</a:t>
            </a:r>
          </a:p>
          <a:p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hotel is heavily reliant on third-party agencies to fill its rooms.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this guarantees volume, it likely comes at the cost of high commission 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fees eating into profit margins.</a:t>
            </a:r>
            <a:endParaRPr lang="en-IN" sz="2400" b="1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8BA53-8BDB-C78B-E855-4FDE083DC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52" y="1126285"/>
            <a:ext cx="3542505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0363BE-8384-D537-D728-0CE53FE0C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2" y="4005313"/>
            <a:ext cx="3542504" cy="233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79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12028B-7776-28A0-FABA-6696A7A40891}"/>
              </a:ext>
            </a:extLst>
          </p:cNvPr>
          <p:cNvSpPr txBox="1"/>
          <p:nvPr/>
        </p:nvSpPr>
        <p:spPr>
          <a:xfrm>
            <a:off x="684212" y="68827"/>
            <a:ext cx="10908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38034-6913-AB50-A9C4-DC00CAB037EE}"/>
              </a:ext>
            </a:extLst>
          </p:cNvPr>
          <p:cNvSpPr txBox="1"/>
          <p:nvPr/>
        </p:nvSpPr>
        <p:spPr>
          <a:xfrm>
            <a:off x="684212" y="1269156"/>
            <a:ext cx="1090802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Cancellation Analysis: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guests make up the largest chunk of cancellations, followed 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Transient-Party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Contract and Group cancellations are negligible.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Individual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making short-term stays (Transient) are the most </a:t>
            </a: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flaky when it comes to keeping their reservations.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</a:rPr>
              <a:t>Booking Count by Customer Type: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guests are the overwhelming majority of the customer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(over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50K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bookings), with </a:t>
            </a: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Transient-Party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coming in second (~20K).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Story: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chart adds critical context to the Cancellation Analysis. Transient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guests have the most cancellations simply because they represent the hotel's core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demographic. The hotel caters primarily to everyday individual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</a:t>
            </a:r>
          </a:p>
          <a:p>
            <a:pPr lvl="0"/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corporate groups or long-term contracts.</a:t>
            </a:r>
          </a:p>
          <a:p>
            <a:endParaRPr lang="en-IN" sz="24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0C6F1-A3EE-24A3-2DFD-57CCFA493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052" y="1269156"/>
            <a:ext cx="3215640" cy="2377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C9B7D4-10B4-503D-217E-5905BEF06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052" y="3985997"/>
            <a:ext cx="3215640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4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EE9DE1-CE94-E7B7-D34C-1BD5E10F9A78}"/>
              </a:ext>
            </a:extLst>
          </p:cNvPr>
          <p:cNvSpPr txBox="1"/>
          <p:nvPr/>
        </p:nvSpPr>
        <p:spPr>
          <a:xfrm>
            <a:off x="668594" y="1"/>
            <a:ext cx="10903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D2BA7-6115-3D39-449E-D8D6A0652F56}"/>
              </a:ext>
            </a:extLst>
          </p:cNvPr>
          <p:cNvSpPr txBox="1"/>
          <p:nvPr/>
        </p:nvSpPr>
        <p:spPr>
          <a:xfrm>
            <a:off x="668594" y="1200330"/>
            <a:ext cx="109039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AI-Driven Capabilities:</a:t>
            </a:r>
          </a:p>
          <a:p>
            <a:r>
              <a:rPr lang="en-IN" dirty="0"/>
              <a:t>	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features within Power BI and integrated models (like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regression) provide the "predictive fuel" for the project. 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models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100+ data sources—including local events, weather, and competitor movements—to predict occupancy 30 days into the future.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AI automatically suggests or executes real-time rate adjustments based on detected market shifts, such as a sudden event announcement.</a:t>
            </a:r>
          </a:p>
          <a:p>
            <a:pPr lvl="0"/>
            <a:r>
              <a:rPr lang="en-IN" sz="2400" b="1" dirty="0">
                <a:solidFill>
                  <a:srgbClr val="FF0000"/>
                </a:solidFill>
              </a:rPr>
              <a:t>Smart Visuals</a:t>
            </a:r>
            <a:r>
              <a:rPr lang="en-IN" sz="2400" dirty="0">
                <a:solidFill>
                  <a:srgbClr val="FF0000"/>
                </a:solidFill>
              </a:rPr>
              <a:t>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Trees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identify the primary factors (e.g., specific room types or regions) driving revenue shifts.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Proactively flags unusual spikes in cancellations or drops in booking pace.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Narrative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Generates automated text summaries of the most important dashboard insights for executive review.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Hyper-Segmentation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AI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 </a:t>
            </a:r>
            <a:r>
              <a:rPr lang="en-IN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spa usage, dining habits) to create micro-segments, enabling personalized upselling that can increase ancillary revenue by 23%.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303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8003C4-3E8E-C6B2-A465-184D9A03C7F2}"/>
              </a:ext>
            </a:extLst>
          </p:cNvPr>
          <p:cNvSpPr txBox="1"/>
          <p:nvPr/>
        </p:nvSpPr>
        <p:spPr>
          <a:xfrm>
            <a:off x="521111" y="98323"/>
            <a:ext cx="11012128" cy="121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6600">
                  <a:solidFill>
                    <a:srgbClr val="A50E8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A50E82"/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HOTELREVAI AI DRIVEN REVENUE ANALYSIS FOR HOTELS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5DE72-D9F3-4EF3-A3A8-CE88AE6439C5}"/>
              </a:ext>
            </a:extLst>
          </p:cNvPr>
          <p:cNvSpPr txBox="1"/>
          <p:nvPr/>
        </p:nvSpPr>
        <p:spPr>
          <a:xfrm>
            <a:off x="521111" y="1308484"/>
            <a:ext cx="110121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Conclusion: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HotelRevAI project concludes that the marriage of AI-driven forecasting and Power BI storytelling is no longer a luxury, but a necessity for modern hospitality. By shifting from reactive reporting to proactive revenue management, hotels can move the needle from simple data collection to high-impact financial growth.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Key Takeaways: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Gains: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Automating complex revenue calculations saves management hours, allowing for faster decision-making in a volatile market.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Optimization: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project proves that AI-backed pricing and demand forecasting can directly increase RevPAR by 10-17% by capturing demand that manual systems miss.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Intelligence: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Through Smart Narratives and Decomposition Trees, the dashboard transforms "cold numbers" into a clear strategic roadmap, identifying exactly which booking channels or guest segments require attention.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Readiness:</a:t>
            </a:r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By integrating external data (weather, events, and competitor rates), the project ensures hotels are not just looking in the rearview mirror but are prepared for upcoming market shifts.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>
              <a:solidFill>
                <a:schemeClr val="tx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Ultimately, HotelRevAI demonstrates that when data visualization is used to tell a story, it bridges the gap between data science and operational excellence, ensuring every room is sold at the optimal price at the optimal time.</a:t>
            </a:r>
          </a:p>
          <a:p>
            <a:r>
              <a:rPr lang="en-IN"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352799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163</TotalTime>
  <Words>1597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Century Gothic</vt:lpstr>
      <vt:lpstr>Courier New</vt:lpstr>
      <vt:lpstr>Tahoma</vt:lpstr>
      <vt:lpstr>Times New Roman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Babu Pilli</dc:creator>
  <cp:lastModifiedBy>Mahesh Babu Pilli</cp:lastModifiedBy>
  <cp:revision>2</cp:revision>
  <dcterms:created xsi:type="dcterms:W3CDTF">2026-02-25T05:26:47Z</dcterms:created>
  <dcterms:modified xsi:type="dcterms:W3CDTF">2026-03-06T15:18:03Z</dcterms:modified>
</cp:coreProperties>
</file>